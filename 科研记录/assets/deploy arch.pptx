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164080" y="4801235"/>
            <a:ext cx="7100570" cy="9455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Rust-Shyper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64715" y="2094230"/>
            <a:ext cx="3321685" cy="2128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>
                <a:solidFill>
                  <a:schemeClr val="tx1"/>
                </a:solidFill>
              </a:rPr>
              <a:t>MVM: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Embedded-Euler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(Linux)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92520" y="2094230"/>
            <a:ext cx="3071495" cy="2133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>
                <a:solidFill>
                  <a:schemeClr val="tx1"/>
                </a:solidFill>
              </a:rPr>
              <a:t>GVM: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Uniproton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>
            <a:stCxn id="6" idx="2"/>
          </p:cNvCxnSpPr>
          <p:nvPr/>
        </p:nvCxnSpPr>
        <p:spPr>
          <a:xfrm>
            <a:off x="3825875" y="4222750"/>
            <a:ext cx="5080" cy="57912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7" idx="2"/>
          </p:cNvCxnSpPr>
          <p:nvPr/>
        </p:nvCxnSpPr>
        <p:spPr>
          <a:xfrm>
            <a:off x="7728585" y="4227830"/>
            <a:ext cx="0" cy="5664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3131185" y="3072765"/>
            <a:ext cx="1388745" cy="7131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VLA Model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400165" y="3072765"/>
            <a:ext cx="1242060" cy="7131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Controller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8014335" y="3072765"/>
            <a:ext cx="1127760" cy="71310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EtherCAT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164080" y="1043305"/>
            <a:ext cx="1374775" cy="609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Vision Device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7519035" y="911225"/>
            <a:ext cx="1745615" cy="609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Robot Controller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2" name="直接箭头连接符 21"/>
          <p:cNvCxnSpPr>
            <a:stCxn id="11" idx="3"/>
            <a:endCxn id="12" idx="1"/>
          </p:cNvCxnSpPr>
          <p:nvPr/>
        </p:nvCxnSpPr>
        <p:spPr>
          <a:xfrm>
            <a:off x="4519930" y="3429635"/>
            <a:ext cx="1880235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2" idx="3"/>
            <a:endCxn id="13" idx="1"/>
          </p:cNvCxnSpPr>
          <p:nvPr/>
        </p:nvCxnSpPr>
        <p:spPr>
          <a:xfrm>
            <a:off x="7642225" y="3429635"/>
            <a:ext cx="37211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20" idx="4"/>
          </p:cNvCxnSpPr>
          <p:nvPr/>
        </p:nvCxnSpPr>
        <p:spPr>
          <a:xfrm flipH="1" flipV="1">
            <a:off x="8392160" y="1520825"/>
            <a:ext cx="6985" cy="155003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19" idx="4"/>
            <a:endCxn id="11" idx="1"/>
          </p:cNvCxnSpPr>
          <p:nvPr/>
        </p:nvCxnSpPr>
        <p:spPr>
          <a:xfrm rot="5400000" flipV="1">
            <a:off x="2103120" y="2401570"/>
            <a:ext cx="1776730" cy="279400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WPS 演示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DeathWind</dc:creator>
  <cp:lastModifiedBy>陈禹译</cp:lastModifiedBy>
  <cp:revision>25</cp:revision>
  <dcterms:created xsi:type="dcterms:W3CDTF">2023-08-09T12:44:00Z</dcterms:created>
  <dcterms:modified xsi:type="dcterms:W3CDTF">2025-11-05T14:20:39Z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46CE1E26706E4F04AD0F9CB726342951_12</vt:lpwstr>
  </property>
</Properties>
</file>